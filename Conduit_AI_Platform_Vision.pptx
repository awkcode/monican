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anielweadock/Conduit AI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87554" y="1828800"/>
            <a:ext cx="4786411" cy="10058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329184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800" kern="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PLATFORM VISION &amp; PLAN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0" y="3749040"/>
            <a:ext cx="1216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i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Agent Suites for Every Industry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806440" y="4663440"/>
            <a:ext cx="54864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0" y="484632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Daniel Weadock &amp; Evan  ·  April 2026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CONDUIT AI · PLATFORM VISION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 / 16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anielweadock/Conduit AI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740513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0972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01 · THE PIVOT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1417320"/>
            <a:ext cx="11247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From consulting to a platform.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457200" y="2514600"/>
            <a:ext cx="109728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2880360"/>
            <a:ext cx="5577840" cy="32004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3063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BEFORE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31520" y="33832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Consulting Agency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31520" y="3977640"/>
            <a:ext cx="5029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One client at a time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Manual n8n setup per client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Linear revenue growth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Hard to scale beyond Daniel + Evan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17920" y="2880360"/>
            <a:ext cx="5486400" cy="32004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92240" y="3063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AFTER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92240" y="33832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SaaS Platform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492240" y="3977640"/>
            <a:ext cx="5029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Clients self-serve via signup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Workflows cloned automatically per client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Compounding revenue, one codebase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Scales to hundreds of clients, any industry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CONDUIT AI · PLATFORM VISION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anielweadock/Conduit AI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740513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828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PROMISE TO EVERY CLIENT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23774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agent suites </a:t>
            </a:r>
            <a:pPr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for any industry.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457200" y="35204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Sign up, set your profile, your agents are running in 10 minutes.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457200" y="4480560"/>
            <a:ext cx="109728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4663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 setup calls. No custom installs. No technical knowledge required.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5029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Just pick your industry, log in, and watch your agents go to work.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CONDUIT AI · PLATFORM VISION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anielweadock/Conduit AI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740513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0972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 · HOW IT WORKS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1417320"/>
            <a:ext cx="11247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Three steps. Ten minutes. Live agents.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457200" y="2514600"/>
            <a:ext cx="109728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65760" y="2926080"/>
            <a:ext cx="3657600" cy="32004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32004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640080" y="3931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SIGN UP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443484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Create an account with email + password. Pick your industry. Done in 30 seconds.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251960" y="2926080"/>
            <a:ext cx="3657600" cy="32004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26280" y="32004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3800" dirty="0"/>
          </a:p>
        </p:txBody>
      </p:sp>
      <p:sp>
        <p:nvSpPr>
          <p:cNvPr id="12" name="Text 9"/>
          <p:cNvSpPr/>
          <p:nvPr/>
        </p:nvSpPr>
        <p:spPr>
          <a:xfrm>
            <a:off x="4526280" y="3931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SET PROFILE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526280" y="443484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Drop in your name, business, voice samples, Gmail connection. The platform learns your style.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138160" y="2926080"/>
            <a:ext cx="3657600" cy="32004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412480" y="32004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3800" dirty="0"/>
          </a:p>
        </p:txBody>
      </p:sp>
      <p:sp>
        <p:nvSpPr>
          <p:cNvPr id="16" name="Text 13"/>
          <p:cNvSpPr/>
          <p:nvPr/>
        </p:nvSpPr>
        <p:spPr>
          <a:xfrm>
            <a:off x="8412480" y="3931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FLIP A SWITCH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412480" y="443484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Toggle on Lead Responder, Past Client Reactivator, Signal Engine. Agents clone and activate instantly.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CONDUIT AI · PLATFORM VISION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anielweadock/Conduit AI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740513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0972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 · THE STACK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1417320"/>
            <a:ext cx="11247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Five layers. Every one battle-tested.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457200" y="2514600"/>
            <a:ext cx="109728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2834640"/>
            <a:ext cx="11247120" cy="612648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2971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FRONTEND + AUTH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383280" y="29260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Next.js 14 + Supabase Auth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589520" y="29718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Signup, login, profile, module toggles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36576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DATABASE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383280" y="36118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Supabase Postgres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589520" y="36576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All client data, RLS enforced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4206240"/>
            <a:ext cx="11247120" cy="612648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4343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AGENT RUNTIME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383280" y="42976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n8n Cloud (templates)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589520" y="43434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Cloned per client via n8n API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40080" y="5029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CREDENTIAL PROXY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383280" y="49834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Vercel API routes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7589520" y="50292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Gmail / Sheets OAuth + actions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57200" y="5577840"/>
            <a:ext cx="11247120" cy="612648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0080" y="5715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BRAIN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3383280" y="56692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Anthropic Claude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7589520" y="57150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Haiku 4.5 for prod, Opus for complex drafts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CONDUIT AI · PLATFORM VISION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anielweadock/Conduit AI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740513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0972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04 · THE BIG HIDDEN PROBLEM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1417320"/>
            <a:ext cx="11247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n8n was never designed for multi-tenant.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457200" y="2514600"/>
            <a:ext cx="109728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2834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wall: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315468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n8n Cloud stores Gmail credentials at the workspace level. One connection per workspace. If ten clients each need drafts in their own inbox, n8n alone cannot do it.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57200" y="4297680"/>
            <a:ext cx="5577840" cy="1828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4434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NAIVE APPROACH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85800" y="475488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Manually add Gmail for every client. Break at client #3. Burn out at client #10.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17920" y="4297680"/>
            <a:ext cx="5486400" cy="1828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46520" y="4434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OUR APPROACH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446520" y="475488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Vercel owns the OAuth tokens. n8n calls Vercel when it needs to send. Clean separation.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CONDUIT AI · PLATFORM VISION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anielweadock/Conduit AI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740513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0972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05 · THE SOLUTION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1417320"/>
            <a:ext cx="11247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Vercel owns credentials. n8n does the thinking.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457200" y="2514600"/>
            <a:ext cx="109728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3200400"/>
            <a:ext cx="2377440" cy="1280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3337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CLIENT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0080" y="365760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Signs up on Vercel app. Authorizes Gmail via OAuth.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880360" y="36118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3291840" y="3200400"/>
            <a:ext cx="2377440" cy="1280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474720" y="3337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VERCEL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474720" y="365760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Stores encrypted refresh token in Supabase. Owns all credentials.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715000" y="36118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6126480" y="3200400"/>
            <a:ext cx="2377440" cy="1280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09360" y="3337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N8N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309360" y="365760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Workflow fires. Needs to create a Gmail draft. POSTs to Vercel.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549640" y="36118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5"/>
          <p:cNvSpPr/>
          <p:nvPr/>
        </p:nvSpPr>
        <p:spPr>
          <a:xfrm>
            <a:off x="8961120" y="3200400"/>
            <a:ext cx="2377440" cy="1280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144000" y="3337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GMAIL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9144000" y="365760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Vercel refreshes token and creates draft in client's inbox.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57200" y="49377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Result: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57200" y="5257800"/>
            <a:ext cx="11247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E7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Credentials never touch n8n.  </a:t>
            </a:r>
            <a:pPr indent="0" marL="0">
              <a:buNone/>
            </a:pPr>
            <a:r>
              <a:rPr lang="en-US" sz="1400" b="1" dirty="0">
                <a:solidFill>
                  <a:srgbClr val="E5E7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Adding new clients requires zero n8n work.  </a:t>
            </a:r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Same pattern extends to Sheets, HubSpot, Follow Up Boss, anything.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CONDUIT AI · PLATFORM VISION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anielweadock/Conduit AI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740513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0972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06 · WORKFLOW ARCHITECTURE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1417320"/>
            <a:ext cx="11247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Clone, don't share.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457200" y="2514600"/>
            <a:ext cx="109728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2834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EACH CLIENT GETS THEIR OWN WORKFLOWS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320040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Template workflows live in n8n: template_lead_responder, template_past_client, template_signal_engine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When client activates a module, Vercel calls n8n API to clone the template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Vercel patches client-specific values: system prompt, sheet ID, webhook path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New workflow activates immediately. Client is live.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Daniel never manually touches n8n per client.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412480" y="2926080"/>
            <a:ext cx="320040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41080" y="3108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CLIENT A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41080" y="3429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Lead Responder · active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641080" y="3246120"/>
            <a:ext cx="320040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869680" y="3429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CLIENT B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869680" y="3749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Lead Responder · active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869680" y="3566160"/>
            <a:ext cx="320040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098280" y="3749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CLIENT C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9098280" y="4069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Lead Responder · active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5720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Failure isolation. Per-client customization. Zero shared state.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CONDUIT AI · PLATFORM VISION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anielweadock/Conduit AI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740513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0972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1 · FOUNDATION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1417320"/>
            <a:ext cx="11247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Rebuild the dashboard. Add real auth.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457200" y="2514600"/>
            <a:ext cx="109728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2788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GOAL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30632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Replace the static HTML dashboard with a proper Next.js app that has login, profile, and module toggles.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57200" y="3794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DELIVERABLES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4069080"/>
            <a:ext cx="112471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New conduit-ai-platform repo (Next.js 14 + Tailwind + App Router)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Supabase tables: clients, client_modules, client_credentials, leads, past_clients, activity_log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Supabase Auth enabled (email + password)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Pages: / · /signup · /login · /dashboard · /profile · /modules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Deploy to Vercel. Old static dashboard stays up at old URL.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CONDUIT AI · PLATFORM VISION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anielweadock/Conduit AI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740513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0972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2 · LEAD RESPONDER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1417320"/>
            <a:ext cx="11247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First real multi-tenant flow.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457200" y="2514600"/>
            <a:ext cx="109728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2788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GOAL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30632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Turn the existing Lead Responder workflow into a template, and wire Vercel to clone it on module activation.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57200" y="3794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DELIVERABLES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4069080"/>
            <a:ext cx="112471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Rename Lead Responder v1 → template_lead_responder with placeholder variables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Generate n8n API key, store in Vercel env vars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Build /api/modules/lead-responder/activate route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One-click activation UI on /modules/lead-responder page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End-to-end test: new account activates module, fires real webhook, draft logged to Supabase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CONDUIT AI · PLATFORM VISION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anielweadock/Conduit AI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740513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0972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3 · GMAIL PROXY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1417320"/>
            <a:ext cx="11247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Drafts land in the right inbox.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457200" y="2514600"/>
            <a:ext cx="109728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2788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GOAL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30632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Make Gmail drafts actually land in each client's inbox, and migrate Past Client Reactivator to the platform.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57200" y="3794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DELIVERABLES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4069080"/>
            <a:ext cx="112471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Google Cloud Console OAuth setup + Supabase Google provider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Build /api/gmail/draft endpoint that accepts { client_id, subject, body, to }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Replace n8n Gmail nodes with HTTP Request nodes pointing to Vercel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template_past_client_reactivator — clone the existing Monday morning workflow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Migrate Eileen Fitzpatrick into the platform as the first real client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CONDUIT AI · PLATFORM VISION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anielweadock/Conduit AI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740513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0972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4 · SIGNAL ENGINE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1417320"/>
            <a:ext cx="11247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Lead generation, multi-signal, multi-tenant.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457200" y="2514600"/>
            <a:ext cx="109728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2788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GOAL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3063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Daily lead intelligence dashboard. Every morning, each client sees ranked opportunities with reasons and draft letters.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57200" y="3886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SIGNAL SOURCES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4160520"/>
            <a:ext cx="112471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Ownership milestones via AxisGIS ArcGIS REST (free, scrapeable, Worcester County)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Expired listings via client's MLS PIN credentials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Probate, pre-foreclosure, divorce via PropertyRadar ($79/mo bundled into retainer)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Daily digest email at 6am; client dashboard view; one-click draft letter per opportunity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CONDUIT AI · PLATFORM VISION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anielweadock/Conduit AI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740513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0972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5 · BEYOND REAL ESTATE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1417320"/>
            <a:ext cx="11247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platform. Many industries.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457200" y="2514600"/>
            <a:ext cx="109728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88620" y="3108960"/>
            <a:ext cx="2743200" cy="2286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17220" y="3337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LIVE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17220" y="3657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REAL ESTATE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17220" y="42976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Lead Responder · Past Client · Signal Engine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68980" y="3108960"/>
            <a:ext cx="2743200" cy="2286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497580" y="3337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NEXT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497580" y="3657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LEGAL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3497580" y="42976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Case intake · Court calendar · Client check-in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149340" y="3108960"/>
            <a:ext cx="2743200" cy="2286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77940" y="3337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NEXT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377940" y="3657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DENTAL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377940" y="42976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No-show recovery · Review autopilot · Recall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9029700" y="3108960"/>
            <a:ext cx="2743200" cy="2286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258300" y="3337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LATER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9258300" y="3657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INSURANCE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9258300" y="42976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Renewal alerts · Quote drafter · Policy review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57200" y="5760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landing page becomes a gallery. Pick your industry. Sign up. Go.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CONDUIT AI · PLATFORM VISION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anielweadock/Conduit AI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740513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0972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07 · BUSINESS MODEL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1417320"/>
            <a:ext cx="11247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Consulting funds the platform. Platform outlives the consulting.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457200" y="2514600"/>
            <a:ext cx="109728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2880360"/>
            <a:ext cx="1124712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30632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NOW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828800" y="30358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CONSULTING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754880" y="30358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$500 – $1,500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315200" y="3063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Quick Wins + Pilot Packages. Manual builds, but they fund the platform.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377647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NEXT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828800" y="3749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STARTER SAAS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754880" y="3749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$99 / month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315200" y="37764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 active module, up to 100 leads/month. Self-service signup.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4306824"/>
            <a:ext cx="1124712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" y="448970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SOON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828800" y="446227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 SAAS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4754880" y="44622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$299 / month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7315200" y="448970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All real estate modules, unlimited leads, priority support.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40080" y="520293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LATER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828800" y="517550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AGENCY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4754880" y="517550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$999 / month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7315200" y="520293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Multi-user, white-label, custom integrations, dedicated support.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CONDUIT AI · PLATFORM VISION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anielweadock/Conduit AI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740513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0972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08 · TIMELINE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1417320"/>
            <a:ext cx="11247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Phase by phase, start to finish.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457200" y="2514600"/>
            <a:ext cx="109728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2880360"/>
            <a:ext cx="11247120" cy="585216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30175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463040" y="303580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FOUNDATION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846320" y="304495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3-5 hours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949440" y="304495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Next.js app, auth, profile, module UI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367588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463040" y="369417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LEAD RESPONDER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846320" y="3703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4-6 hours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949440" y="3703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Vercel clones workflows per client via n8n API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4197096"/>
            <a:ext cx="11247120" cy="585216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" y="433425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463040" y="435254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GMAIL PROXY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846320" y="43616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5-7 hours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949440" y="43616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Drafts in each client's Gmail; Past Client migrated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40080" y="499262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463040" y="50109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SIGNAL ENGINE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4846320" y="50200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8-12 hours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949440" y="502005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Daily lead intelligence dashboard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57200" y="5513832"/>
            <a:ext cx="11247120" cy="585216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0080" y="565099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1463040" y="5669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OTHER INDUSTRIES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4846320" y="567842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Ongoing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949440" y="567842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Legal, dental, insurance packs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CONDUIT AI · PLATFORM VISION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anielweadock/Conduit AI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22683" y="1005840"/>
            <a:ext cx="3916154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33172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600" kern="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NEXT SESSION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0" y="2697480"/>
            <a:ext cx="1216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Start Phase 1.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5715000" y="3749040"/>
            <a:ext cx="73152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286000" y="3977640"/>
            <a:ext cx="7589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 Read PLATFORM_PLAN.md Section 7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 Create conduit-ai-platform GitHub repo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 Initialize Next.js 14 + Tailwind + Supabase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4. Run the Supabase schema SQL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5. Ship /signup, /login, /profile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CONDUIT AI · PLATFORM VISION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16 / 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Conduit AI Platform — Vision &amp; Plan</dc:title>
  <dc:subject>PptxGenJS Presentation</dc:subject>
  <dc:creator>Conduit AI</dc:creator>
  <cp:lastModifiedBy>Conduit AI</cp:lastModifiedBy>
  <cp:revision>1</cp:revision>
  <dcterms:created xsi:type="dcterms:W3CDTF">2026-04-09T18:58:39Z</dcterms:created>
  <dcterms:modified xsi:type="dcterms:W3CDTF">2026-04-09T18:58:39Z</dcterms:modified>
</cp:coreProperties>
</file>