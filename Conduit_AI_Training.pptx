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CONDUIT AI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TRAINING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know to sell, build, and deliver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 automation for small businesses.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Weadock  | 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AN AI AGENT?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365760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92024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you to ask something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one answer and stops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between conversations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take actions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the thinking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6576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280160"/>
            <a:ext cx="3657600" cy="457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automatically by events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Classifies, decides, then acts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multiple structured outputs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real actions (send email, update CRM)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does the thinking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chatbot is a Q&amp;A machine. An agent is a worker.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3-STEP PATTERN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agent in the world follows this pattern.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194560" cy="2560320"/>
          </a:xfrm>
          <a:prstGeom prst="rect">
            <a:avLst/>
          </a:prstGeom>
          <a:solidFill>
            <a:srgbClr val="2D1B6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INPUT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Trigger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56032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lead arrives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entered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received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approaching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ECDC4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383280" y="1645920"/>
            <a:ext cx="2194560" cy="2560320"/>
          </a:xfrm>
          <a:prstGeom prst="rect">
            <a:avLst/>
          </a:prstGeom>
          <a:solidFill>
            <a:srgbClr val="1A3A2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PROCESSING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256032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input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in extra 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to do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response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778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ECDC4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035040" y="1645920"/>
            <a:ext cx="2194560" cy="2560320"/>
          </a:xfrm>
          <a:prstGeom prst="rect">
            <a:avLst/>
          </a:prstGeom>
          <a:solidFill>
            <a:srgbClr val="3A2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B0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3504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256032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email response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CRM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document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the team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EXAMPLE: LEAD RESPONDER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280160"/>
            <a:ext cx="6949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lead from Zillow: "I'm interested in 47 Wattaquadock Hill Rd. Can I schedule a showing? We're relocating for the school district."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PROCESSING: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CLASSIFY 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This is a "showing request" (not a general question)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PERSONALIZE 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 their name, reference the specific property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DETECT SIGNALS 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They mentioned "relocating" and "schools" → add school info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Personalized email with showing times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CRM notes: Hot lead, Zillow, relocating, schools priority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Follow-up plan: Day 0 email, Day 1 call, Day 3 follow-up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takes 10-15 min per lead. The agent does it in 10 seconds.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TOOL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layers. Every agent uses some combination of these.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73152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TRIGGER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0320" y="1371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starts the agent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0" y="13716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Zapier, Make, n8n, CRM webhooks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768096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240280"/>
            <a:ext cx="73152" cy="7315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2402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2240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AI thinking happens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22402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GPT-4, Gemini + custom prompts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768096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108960"/>
            <a:ext cx="73152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108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60320" y="3108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does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0" y="3108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SendGrid, Twilio, CRM APIs, Google Sheets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977640"/>
            <a:ext cx="768096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977640"/>
            <a:ext cx="73152" cy="7315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3977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INTERFACE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60320" y="3977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humans interact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3977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chatbot, web form, Slack, email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CORE 5 TOOLS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these before anything else.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73152" cy="594360"/>
          </a:xfrm>
          <a:prstGeom prst="rect">
            <a:avLst/>
          </a:prstGeom>
          <a:solidFill>
            <a:srgbClr val="EA4B71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2801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68880" y="12801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80560" y="12801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self-hosted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09360" y="12801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/ 12mo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993392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1993392"/>
            <a:ext cx="73152" cy="59436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199339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Make.com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68880" y="19933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0" y="199339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$9/mo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19933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/ 12mo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706624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2706624"/>
            <a:ext cx="73152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270662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CustomGPT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468880" y="2706624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Chatbot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0" y="2706624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$99/mo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2706624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/ 2yrs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3419856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3419856"/>
            <a:ext cx="73152" cy="5943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3419856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Lindy AI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468880" y="341985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Platform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80560" y="3419856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$8/mo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341985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rev share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133088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4133088"/>
            <a:ext cx="73152" cy="5943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1051560" y="413308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468880" y="41330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Engine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80560" y="413308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$20/mo Pro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41330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(your co-builder)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CLIENTS SAY → WHAT YOU RECOMMEND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41148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05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SAYS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RECOMMEND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0" y="1005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768096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463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inbox is drowning"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Lindy AI email triage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49440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$50/mo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1993392"/>
            <a:ext cx="7680960" cy="457200"/>
          </a:xfrm>
          <a:prstGeom prst="rect">
            <a:avLst/>
          </a:prstGeom>
          <a:solidFill>
            <a:srgbClr val="11112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19933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answer the same Qs"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0" y="19933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CustomGPT chatbot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49440" y="19933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$99/mo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523744"/>
            <a:ext cx="768096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52374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"Lead follow-up is slow"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25237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Instantly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49440" y="25237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$47-97/mo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054096"/>
            <a:ext cx="7680960" cy="457200"/>
          </a:xfrm>
          <a:prstGeom prst="rect">
            <a:avLst/>
          </a:prstGeom>
          <a:solidFill>
            <a:srgbClr val="111122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0540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"Reports take forever"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0" y="305409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Claude API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9440" y="305409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3584448"/>
            <a:ext cx="768096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35844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"Phones overwhelm us"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0" y="35844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Retell AI voice agent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49440" y="35844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Pay-per-min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solidFill>
            <a:srgbClr val="111122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114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"Everything is manual"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→ n8n/Make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49440" y="4114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 pilot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PRICING STRATEGY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low to earn proof. Raise prices with case studies.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560320" cy="502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NOW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Audit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magnet. Get in the door.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 Quick Win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workflow automated.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 Pilot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workflows + case study.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371600"/>
            <a:ext cx="2560320" cy="5029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371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3+ CLIENTS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01168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 Audit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workflow report.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$2.5-5K Agent 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automation.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$750-2K/mo Retainer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optimization.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371600"/>
            <a:ext cx="2560320" cy="5029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371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6+ MONTHS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201168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$3-5K Strategy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Enterprise-level audits.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$5-15K Builds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Multi-department projects.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$3-5K/mo Fractional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Operations Officer.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ROI MATH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you justify your price on every single call.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  x  Hourly Cost  =  Value Created.    Your price = 20-30% of annual value.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7680960" cy="23774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Lead Response Agent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834640"/>
            <a:ext cx="6949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min/lead  x  20 leads/week  =  5 hours/week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hrs  x  $25/hr  =  $125/week  =  $6,500/year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saves 80%  =  $5,200/year in value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price: $1,500 build + $750/mo retainer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breaks even in 2-3 months. Pure savings after that.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STACKING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client, three revenue streams. Here's the math.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2918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2A9D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$10,415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from ONE client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128016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4630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Package:  </a:t>
            </a:r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 (one-time)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Retainer:  </a:t>
            </a:r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$750 x 11 mo = $8,250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Affiliates:  </a:t>
            </a:r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$665/yr (Make + CustomGPT + Tidio)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clients  =  $50K-60K/year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3749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9D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$30K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clients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0" y="3749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9D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$50-60K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108960" y="4206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clients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0" y="3749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9D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$100-120K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20640" y="4206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clients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0" y="3749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9D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$150K+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32320" y="4206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clients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DISCOVERY CALL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minutes. 5 sections. Here's the structure.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594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2801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128016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0" y="12801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rapport. Set the frame. You're here to listen, not pitch.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993392"/>
            <a:ext cx="7680960" cy="594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99339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199339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1993392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49040" y="199339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their world. "Walk me through a typical week."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706624"/>
            <a:ext cx="7680960" cy="594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706624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71600" y="2706624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26080" y="2706624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49040" y="2706624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specific workflows. Get hours, frequency, error rates.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419856"/>
            <a:ext cx="7680960" cy="594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419856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3419856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926080" y="3419856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49040" y="341985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signal, decision authority, timeline. Can this become paid work?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133088"/>
            <a:ext cx="7680960" cy="594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133088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371600" y="413308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926080" y="4133088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49040" y="413308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I put together a short proposal based on what you told me?"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 THAT CLOSE DEALS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73152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09728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"Walk me through a typical week. What takes up most of your time?"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0" y="10972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their perception of where time goes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76809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874520"/>
            <a:ext cx="73152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87452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a new lead comes in, what happens? Walk me through the steps."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18745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the core workflow — this is where the money 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651760"/>
            <a:ext cx="76809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651760"/>
            <a:ext cx="73152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65176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times per week does that happen? How long each time?"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26517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you the numbers for ROI math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429000"/>
            <a:ext cx="76809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429000"/>
            <a:ext cx="73152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42900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you could wave a magic wand and fix one thing, what would it be?"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34290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#1 priority — lead your proposal with this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4206240"/>
            <a:ext cx="76809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206240"/>
            <a:ext cx="73152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420624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we could cut that time by 80% for $X/month, would that make sense?"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0" y="42062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signal — watch their reaction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PITCH (MEMORIZE THIS)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73152" cy="3474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6949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know how your team spends hours every week on [specific task]?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build AI systems that handle that automatically.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new lead comes in, right now someone reads it, figures out what they want, drafts a response, updates your CRM, and sets a reminder. That's 10-15 minutes per lead.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build an agent that does all of that in 10 seconds. Response time goes from hours to seconds, and your team gets that time back.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pattern works for listings, transaction tracking, email — any workflow where your team does the same steps over and over."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 DON'T NEED TO KNOW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worrying about these. Focus on what matters.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How neural networks work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Fine-tuning models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Transformer architecture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Training custom models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Writing complex code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How workflows work (what steps humans take)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Which tool fits which problem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How to calculate ROI for a client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How to demo a working agent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How to explain this in plain English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is the easy part. The business understanding is the hard part — and that's where you add value.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 GO TALK</a:t>
            </a:r>
            <a:endParaRPr lang="en-US" sz="4800" dirty="0"/>
          </a:p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 PEOPLE.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prospects.xlsx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Pick the top 3 green rows closest to Bolton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Send the first email today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is done. The system is built. The only thing left is you.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Conduit AI — Agentic AI Training</dc:title>
  <dc:subject>PptxGenJS Presentation</dc:subject>
  <dc:creator>Daniel Weadock</dc:creator>
  <cp:lastModifiedBy>Daniel Weadock</cp:lastModifiedBy>
  <cp:revision>1</cp:revision>
  <dcterms:created xsi:type="dcterms:W3CDTF">2026-04-06T00:09:07Z</dcterms:created>
  <dcterms:modified xsi:type="dcterms:W3CDTF">2026-04-06T00:09:07Z</dcterms:modified>
</cp:coreProperties>
</file>