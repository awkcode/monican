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Agents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For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walkthrough of how we automate your most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workflows — in real time.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lead comes in, this is what happens today: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 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arrives from Zillow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 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6642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sits in inbox, waiting...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39696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396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13969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finally sees it (2.5 hrs later)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615184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151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11:50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61518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message, decides how to respond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090672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0906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personalized response manually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566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12:05 PM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5661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CRM, sets follow-up reminder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041648"/>
            <a:ext cx="768096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416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12:10 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04164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15 minutes of work. Lead already went cold.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leads/week × 15 min = 5 hours/week wasted. Leads go cold. Money lost.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Lead Arrives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 AM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7680960" cy="2067458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31520" y="307329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 from Zillow wants to schedule a showing at 47 Wattaquadock Hill Rd.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mentions relocating from Worcester for the school district.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AI: this sits for 2+ hours. With AI: processed in 10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Reads, Classifies &amp; Decides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seconds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7680960" cy="2950769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31520" y="3773729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detected this is a showing request from a hot lead who is relocating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cares about schools. It decided to include school district info in the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 Sent Automatically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7680960" cy="3539642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 with showing times + school district info.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at 9:02 AM — same minute the lead arrived.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Updated + Follow-Ups Scheduled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7680960" cy="411480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classified, signals extracted, follow-up plan set. No human touched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exactly how the cost of doing it manually adds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645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 — Manual Lead Response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lead  ×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leads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week  =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week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 ×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hour  ×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weeks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year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41414"/>
          </a:solidFill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73152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AGENT — Automated Lead Response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leads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min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handles it) +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(~$50/mo)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saved  =  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hrs/week  →  $5,200 annual savings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that runs automatically, 24/7, behind the scenes.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046720" cy="3932319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486799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arrives → AI classifies → response drafted → CRM logged → response sent. No human touch.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More Thing...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DO THIS FOR LISTINGS TOO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of writing per listing → 10 seconds. Four formats at once.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7680960" cy="3193999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31520" y="497707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property details once → get MLS description, social media post, email blast, and open house announcement.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Plugged into our ROI calculator with your actual numbers: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986" y="1188720"/>
            <a:ext cx="5062027" cy="3474720"/>
          </a:xfrm>
          <a:prstGeom prst="rect">
            <a:avLst/>
          </a:prstGeom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hours/week saved. $10,400 annual savings. 1,980% ROI.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to see this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your leads?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run a free audit on your actual workflows and show you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much time and money you'll save.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 AI  |  Daniel Weadock  |  Bolton, 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Conduit AI — How It Works</dc:title>
  <dc:subject>PptxGenJS Presentation</dc:subject>
  <dc:creator>Daniel Weadock</dc:creator>
  <cp:lastModifiedBy>Daniel Weadock</cp:lastModifiedBy>
  <cp:revision>1</cp:revision>
  <dcterms:created xsi:type="dcterms:W3CDTF">2026-04-08T19:15:35Z</dcterms:created>
  <dcterms:modified xsi:type="dcterms:W3CDTF">2026-04-08T19:15:35Z</dcterms:modified>
</cp:coreProperties>
</file>